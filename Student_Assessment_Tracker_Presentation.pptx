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Assessment &amp; Performance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Presentation - January 31, 2026</a:t>
            </a:r>
          </a:p>
          <a:p>
            <a:r>
              <a:t>Modernizing academic performance tracking through automation and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Overhead: Faculty spend excessive time recording and calculating grades manually.</a:t>
            </a:r>
          </a:p>
          <a:p>
            <a:pPr/>
            <a:r>
              <a:t>Communication Gap: Parents often lack real-time updates on their child's progress.</a:t>
            </a:r>
          </a:p>
          <a:p>
            <a:pPr/>
            <a:r>
              <a:t>Data Fragmentation: Hard to track long-term performance trends across multiple assessments.</a:t>
            </a:r>
          </a:p>
          <a:p>
            <a:pPr/>
            <a:r>
              <a:t>Error Proneness: High risk of errors in manual mark entry and trend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Platform: A unified portal for Admins, Faculty, Students, and Parents.</a:t>
            </a:r>
          </a:p>
          <a:p>
            <a:pPr/>
            <a:r>
              <a:t>Automation First: Automated grading, trend analysis, and multi-channel notifications.</a:t>
            </a:r>
          </a:p>
          <a:p>
            <a:pPr/>
            <a:r>
              <a:t>Scalability: Bulk upload functionality for large classrooms.</a:t>
            </a:r>
          </a:p>
          <a:p>
            <a:pPr/>
            <a:r>
              <a:t>Modern UI: Clean, intuitive interface for all user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(SPA) for high reactivity and modern UI.</a:t>
            </a:r>
          </a:p>
          <a:p>
            <a:pPr/>
            <a:r>
              <a:t>Backend: Spring Boot for robust business logic and secure API management.</a:t>
            </a:r>
          </a:p>
          <a:p>
            <a:pPr/>
            <a:r>
              <a:t>Database: MySQL for structured data storage.</a:t>
            </a:r>
          </a:p>
          <a:p>
            <a:pPr/>
            <a:r>
              <a:t>Integrations: Twilio (SMS) and SMTP (Email) for automated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Admin: The management hub (Users, Subjects, Departments).</a:t>
            </a:r>
          </a:p>
          <a:p>
            <a:pPr/>
            <a:r>
              <a:t>Faculty: The data engine (Marks Entry, Bulk Upload, Grade Calc).</a:t>
            </a:r>
          </a:p>
          <a:p>
            <a:pPr/>
            <a:r>
              <a:t>Student Dashboard: The insights portal (Scorecards, Progress Trends).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Selling Points (USP)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Trend Analysis: Comparing performance across time, not just individual scores.</a:t>
            </a:r>
          </a:p>
          <a:p>
            <a:pPr/>
            <a:r>
              <a:t>Hybrid Entry: Flexibility of manual entry or high-speed bulk CSV uploads.</a:t>
            </a:r>
          </a:p>
          <a:p>
            <a:pPr/>
            <a:r>
              <a:t>Multi-Stakeholder Alerts: Keeping both students and parents in the loop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80% Reduction in manual processing time for faculty.</a:t>
            </a:r>
          </a:p>
          <a:p>
            <a:pPr/>
            <a:r>
              <a:t>Instant Transparency for parents and students.</a:t>
            </a:r>
          </a:p>
          <a:p>
            <a:pPr/>
            <a:r>
              <a:t>Data-Driven Insights to help identify students needing extra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A scalable, modern solution for academic data management.</a:t>
            </a:r>
          </a:p>
          <a:p>
            <a:pPr/>
            <a:r>
              <a:t>Future Scope: AI-driven performance predictions and integration with LMS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